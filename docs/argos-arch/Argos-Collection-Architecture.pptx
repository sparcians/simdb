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pipeline-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9086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data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3150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time-adv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18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checkpoi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3309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ontig-delta-en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3309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parse-delta-en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3309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